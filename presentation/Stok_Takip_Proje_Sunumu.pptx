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4"/>
          </a:solidFill>
          <a:ln w="12700">
            <a:solidFill>
              <a:srgbClr val="1011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BE9"/>
          </a:solidFill>
          <a:ln w="12700">
            <a:solidFill>
              <a:srgbClr val="00DB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 Stok Takip Projesi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132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3AA"/>
                </a:solidFill>
              </a:rPr>
              <a:t>Admin panelinden urun, kategori, stok ve fiyat yonetimi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38912" y="1115568"/>
            <a:ext cx="1060704" cy="310896"/>
          </a:xfrm>
          <a:prstGeom prst="roundRect">
            <a:avLst>
              <a:gd name="adj" fmla="val 23529"/>
            </a:avLst>
          </a:prstGeom>
          <a:solidFill>
            <a:srgbClr val="00DBE9">
              <a:alpha val="16000"/>
            </a:srgbClr>
          </a:solidFill>
          <a:ln w="12700">
            <a:solidFill>
              <a:srgbClr val="00DBE9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414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BE9"/>
                </a:solidFill>
              </a:rPr>
              <a:t>Go net/http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27632" y="1115568"/>
            <a:ext cx="1097280" cy="310896"/>
          </a:xfrm>
          <a:prstGeom prst="roundRect">
            <a:avLst>
              <a:gd name="adj" fmla="val 23529"/>
            </a:avLst>
          </a:prstGeom>
          <a:solidFill>
            <a:srgbClr val="6EE7B7">
              <a:alpha val="16000"/>
            </a:srgbClr>
          </a:solidFill>
          <a:ln w="12700">
            <a:solidFill>
              <a:srgbClr val="6EE7B7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184148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EE7B7"/>
                </a:solidFill>
              </a:rPr>
              <a:t>PostgreSQL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834640" y="1115568"/>
            <a:ext cx="1133856" cy="310896"/>
          </a:xfrm>
          <a:prstGeom prst="roundRect">
            <a:avLst>
              <a:gd name="adj" fmla="val 23529"/>
            </a:avLst>
          </a:prstGeom>
          <a:solidFill>
            <a:srgbClr val="9D05FF">
              <a:alpha val="16000"/>
            </a:srgbClr>
          </a:solidFill>
          <a:ln w="12700">
            <a:solidFill>
              <a:srgbClr val="9D05FF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4368" y="118414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D05FF"/>
                </a:solidFill>
              </a:rPr>
              <a:t>Admin Panel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96512" y="1115568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184148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</a:rPr>
              <a:t>Sepet + Siparis</a:t>
            </a:r>
            <a:endParaRPr lang="en-US" sz="800" dirty="0"/>
          </a:p>
        </p:txBody>
      </p:sp>
      <p:pic>
        <p:nvPicPr>
          <p:cNvPr id="14" name="Image 0" descr="C:\Users\Orkun\Desktop\go proje stok takip\presentation\assets\admin-products-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7095744" cy="44348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909560" y="1170432"/>
            <a:ext cx="3794760" cy="4892040"/>
          </a:xfrm>
          <a:prstGeom prst="roundRect">
            <a:avLst>
              <a:gd name="adj" fmla="val 1928"/>
            </a:avLst>
          </a:prstGeom>
          <a:solidFill>
            <a:srgbClr val="171922"/>
          </a:solidFill>
          <a:ln w="12700">
            <a:solidFill>
              <a:srgbClr val="2B46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83880" y="14447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F6FB"/>
                </a:solidFill>
              </a:rPr>
              <a:t>Admin panelinde eklenen urunler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11312" y="1847088"/>
            <a:ext cx="315468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50" dirty="0">
                <a:solidFill>
                  <a:srgbClr val="F3F6FB"/>
                </a:solidFill>
              </a:rPr>
              <a:t>Telefon: iPhone 15 Pro</a:t>
            </a:r>
            <a:endParaRPr lang="en-US" sz="1050" dirty="0"/>
          </a:p>
          <a:p>
            <a:r>
              <a:rPr lang="en-US" sz="1050" dirty="0">
                <a:solidFill>
                  <a:srgbClr val="F3F6FB"/>
                </a:solidFill>
              </a:rPr>
              <a:t>Masaustu bilgisayar: Gaming Masaustu Bilgisayar</a:t>
            </a:r>
            <a:endParaRPr lang="en-US" sz="1050" dirty="0"/>
          </a:p>
          <a:p>
            <a:r>
              <a:rPr lang="en-US" sz="1050" dirty="0">
                <a:solidFill>
                  <a:srgbClr val="F3F6FB"/>
                </a:solidFill>
              </a:rPr>
              <a:t>Laptop: Lenovo IdeaPad Laptop</a:t>
            </a:r>
            <a:endParaRPr lang="en-US" sz="1050" dirty="0"/>
          </a:p>
          <a:p>
            <a:r>
              <a:rPr lang="en-US" sz="1050" dirty="0">
                <a:solidFill>
                  <a:srgbClr val="F3F6FB"/>
                </a:solidFill>
              </a:rPr>
              <a:t>Stok adedi, fiyat, kategori ve urun gorseli tek panelden yonetiliyor.</a:t>
            </a:r>
            <a:endParaRPr lang="en-US" sz="1050" dirty="0"/>
          </a:p>
          <a:p>
            <a:r>
              <a:rPr lang="en-US" sz="1050" dirty="0">
                <a:solidFill>
                  <a:srgbClr val="F3F6FB"/>
                </a:solidFill>
              </a:rPr>
              <a:t>Dusuk stok ve tukenme durumlari admin panelinde anlik gorunuyor.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93024" y="4261104"/>
            <a:ext cx="3154680" cy="1078992"/>
          </a:xfrm>
          <a:prstGeom prst="roundRect">
            <a:avLst>
              <a:gd name="adj" fmla="val 6780"/>
            </a:avLst>
          </a:prstGeom>
          <a:solidFill>
            <a:srgbClr val="171922"/>
          </a:solidFill>
          <a:ln w="12700">
            <a:solidFill>
              <a:srgbClr val="2B4650">
                <a:alpha val="9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93024" y="4261104"/>
            <a:ext cx="73152" cy="1078992"/>
          </a:xfrm>
          <a:prstGeom prst="rect">
            <a:avLst/>
          </a:prstGeom>
          <a:solidFill>
            <a:srgbClr val="00DBE9"/>
          </a:solidFill>
          <a:ln w="12700">
            <a:solidFill>
              <a:srgbClr val="00DBE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94192" y="44074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6FB"/>
                </a:solidFill>
              </a:rPr>
              <a:t>Proje Amaci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394192" y="470001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8DA3AA"/>
                </a:solidFill>
              </a:rPr>
              <a:t>Kucuk bir teknoloji magazasinin urun stoklarini, musteri kayitlarini ve siparis surecini web uzerinden takip etmek.</a:t>
            </a:r>
            <a:endParaRPr lang="en-US" sz="830" dirty="0"/>
          </a:p>
        </p:txBody>
      </p:sp>
      <p:sp>
        <p:nvSpPr>
          <p:cNvPr id="22" name="Text 19"/>
          <p:cNvSpPr/>
          <p:nvPr/>
        </p:nvSpPr>
        <p:spPr>
          <a:xfrm>
            <a:off x="11475720" y="647395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3AA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4"/>
          </a:solidFill>
          <a:ln w="12700">
            <a:solidFill>
              <a:srgbClr val="1011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DBE9"/>
          </a:solidFill>
          <a:ln w="12700">
            <a:solidFill>
              <a:srgbClr val="00DB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F6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Veritabani Tasarimi ve Is Akisi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" y="7132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DA3AA"/>
                </a:solidFill>
              </a:rPr>
              <a:t>Musteri, adres, sepet, stok ve siparis sureci PostgreSQL tablolarinda tutulur</a:t>
            </a:r>
            <a:endParaRPr lang="en-US" sz="950" dirty="0"/>
          </a:p>
        </p:txBody>
      </p:sp>
      <p:pic>
        <p:nvPicPr>
          <p:cNvPr id="6" name="Image 0" descr="C:\Users\Orkun\Desktop\go proje stok takip\presentation\assets\admin-custom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622" y="1115568"/>
            <a:ext cx="4067251" cy="2542032"/>
          </a:xfrm>
          <a:prstGeom prst="rect">
            <a:avLst/>
          </a:prstGeom>
        </p:spPr>
      </p:pic>
      <p:pic>
        <p:nvPicPr>
          <p:cNvPr id="7" name="Image 1" descr="C:\Users\Orkun\Desktop\go proje stok takip\presentation\assets\admin-ord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3803904"/>
            <a:ext cx="3730752" cy="2331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089904" y="1078992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171922"/>
          </a:solidFill>
          <a:ln w="12700">
            <a:solidFill>
              <a:srgbClr val="2B4650">
                <a:alpha val="9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089904" y="1078992"/>
            <a:ext cx="73152" cy="1078992"/>
          </a:xfrm>
          <a:prstGeom prst="rect">
            <a:avLst/>
          </a:prstGeom>
          <a:solidFill>
            <a:srgbClr val="00DBE9"/>
          </a:solidFill>
          <a:ln w="12700">
            <a:solidFill>
              <a:srgbClr val="00DBE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91072" y="12252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6FB"/>
                </a:solidFill>
              </a:rPr>
              <a:t>products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291072" y="151790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8DA3AA"/>
                </a:solidFill>
              </a:rPr>
              <a:t>Urun adi, fiyat, stok, kategori, resim ve tanim alanlarini tutar.</a:t>
            </a:r>
            <a:endParaRPr lang="en-US" sz="830" dirty="0"/>
          </a:p>
        </p:txBody>
      </p:sp>
      <p:sp>
        <p:nvSpPr>
          <p:cNvPr id="12" name="Shape 8"/>
          <p:cNvSpPr/>
          <p:nvPr/>
        </p:nvSpPr>
        <p:spPr>
          <a:xfrm>
            <a:off x="8887968" y="1078992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171922"/>
          </a:solidFill>
          <a:ln w="12700">
            <a:solidFill>
              <a:srgbClr val="2B4650">
                <a:alpha val="9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887968" y="1078992"/>
            <a:ext cx="73152" cy="10789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089136" y="12252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6FB"/>
                </a:solidFill>
              </a:rPr>
              <a:t>categories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089136" y="151790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8DA3AA"/>
                </a:solidFill>
              </a:rPr>
              <a:t>Urunlerin Telefon / Bilgisayar gibi gruplara ayrilmasini saglar.</a:t>
            </a:r>
            <a:endParaRPr lang="en-US" sz="830" dirty="0"/>
          </a:p>
        </p:txBody>
      </p:sp>
      <p:sp>
        <p:nvSpPr>
          <p:cNvPr id="16" name="Shape 12"/>
          <p:cNvSpPr/>
          <p:nvPr/>
        </p:nvSpPr>
        <p:spPr>
          <a:xfrm>
            <a:off x="6089904" y="2395728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171922"/>
          </a:solidFill>
          <a:ln w="12700">
            <a:solidFill>
              <a:srgbClr val="2B4650">
                <a:alpha val="9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89904" y="2395728"/>
            <a:ext cx="73152" cy="1078992"/>
          </a:xfrm>
          <a:prstGeom prst="rect">
            <a:avLst/>
          </a:prstGeom>
          <a:solidFill>
            <a:srgbClr val="9D05FF"/>
          </a:solidFill>
          <a:ln w="12700">
            <a:solidFill>
              <a:srgbClr val="9D05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91072" y="2542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6FB"/>
                </a:solidFill>
              </a:rPr>
              <a:t>musteriler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91072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8DA3AA"/>
                </a:solidFill>
              </a:rPr>
              <a:t>Ad, soyad, e-posta, telefon ve sifrelenmis parola bilgisini tutar.</a:t>
            </a:r>
            <a:endParaRPr lang="en-US" sz="830" dirty="0"/>
          </a:p>
        </p:txBody>
      </p:sp>
      <p:sp>
        <p:nvSpPr>
          <p:cNvPr id="20" name="Shape 16"/>
          <p:cNvSpPr/>
          <p:nvPr/>
        </p:nvSpPr>
        <p:spPr>
          <a:xfrm>
            <a:off x="8887968" y="2395728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171922"/>
          </a:solidFill>
          <a:ln w="12700">
            <a:solidFill>
              <a:srgbClr val="2B4650">
                <a:alpha val="90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887968" y="2395728"/>
            <a:ext cx="73152" cy="10789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089136" y="25420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6FB"/>
                </a:solidFill>
              </a:rPr>
              <a:t>adresler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9089136" y="28346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8DA3AA"/>
                </a:solidFill>
              </a:rPr>
              <a:t>Musteriye bagli il, ilce, mahalle, acik adres ve varsayilan adres bilgisi.</a:t>
            </a:r>
            <a:endParaRPr lang="en-US" sz="830" dirty="0"/>
          </a:p>
        </p:txBody>
      </p:sp>
      <p:sp>
        <p:nvSpPr>
          <p:cNvPr id="24" name="Shape 20"/>
          <p:cNvSpPr/>
          <p:nvPr/>
        </p:nvSpPr>
        <p:spPr>
          <a:xfrm>
            <a:off x="6089904" y="3712464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171922"/>
          </a:solidFill>
          <a:ln w="12700">
            <a:solidFill>
              <a:srgbClr val="2B4650">
                <a:alpha val="90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089904" y="3712464"/>
            <a:ext cx="73152" cy="1078992"/>
          </a:xfrm>
          <a:prstGeom prst="rect">
            <a:avLst/>
          </a:prstGeom>
          <a:solidFill>
            <a:srgbClr val="00DBE9"/>
          </a:solidFill>
          <a:ln w="12700">
            <a:solidFill>
              <a:srgbClr val="00DBE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91072" y="38587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6FB"/>
                </a:solidFill>
              </a:rPr>
              <a:t>siparisler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291072" y="415137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8DA3AA"/>
                </a:solidFill>
              </a:rPr>
              <a:t>Musteri, adres, toplam tutar, durum ve siparis tarihini saklar.</a:t>
            </a:r>
            <a:endParaRPr lang="en-US" sz="830" dirty="0"/>
          </a:p>
        </p:txBody>
      </p:sp>
      <p:sp>
        <p:nvSpPr>
          <p:cNvPr id="28" name="Shape 24"/>
          <p:cNvSpPr/>
          <p:nvPr/>
        </p:nvSpPr>
        <p:spPr>
          <a:xfrm>
            <a:off x="8887968" y="3712464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171922"/>
          </a:solidFill>
          <a:ln w="12700">
            <a:solidFill>
              <a:srgbClr val="2B4650">
                <a:alpha val="9000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887968" y="3712464"/>
            <a:ext cx="73152" cy="10789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9089136" y="385876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6FB"/>
                </a:solidFill>
              </a:rPr>
              <a:t>siparis_urunleri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9089136" y="415137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8DA3AA"/>
                </a:solidFill>
              </a:rPr>
              <a:t>Siparis icindeki urunleri, adetleri ve birim fiyatlari saklar.</a:t>
            </a:r>
            <a:endParaRPr lang="en-US" sz="830" dirty="0"/>
          </a:p>
        </p:txBody>
      </p:sp>
      <p:sp>
        <p:nvSpPr>
          <p:cNvPr id="32" name="Shape 28"/>
          <p:cNvSpPr/>
          <p:nvPr/>
        </p:nvSpPr>
        <p:spPr>
          <a:xfrm>
            <a:off x="6089904" y="5102352"/>
            <a:ext cx="5449824" cy="786384"/>
          </a:xfrm>
          <a:prstGeom prst="roundRect">
            <a:avLst>
              <a:gd name="adj" fmla="val 9302"/>
            </a:avLst>
          </a:prstGeom>
          <a:solidFill>
            <a:srgbClr val="202431"/>
          </a:solidFill>
          <a:ln w="12700">
            <a:solidFill>
              <a:srgbClr val="2B465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355080" y="53218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F6FB"/>
                </a:solidFill>
              </a:rPr>
              <a:t>Checkout sirasinda transaction acilir, stok satirlari kilitlenir, stok dusulur ve siparis kaydi olusturulur.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11475720" y="647395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A3AA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Go Stok Takip Projesi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Stok Takip Proje Sunumu</dc:title>
  <dc:subject>Go, PostgreSQL, stok takip ve siparis yonetimi</dc:subject>
  <dc:creator>Orkun</dc:creator>
  <cp:lastModifiedBy>Orkun</cp:lastModifiedBy>
  <cp:revision>1</cp:revision>
  <dcterms:created xsi:type="dcterms:W3CDTF">2026-06-06T18:02:31Z</dcterms:created>
  <dcterms:modified xsi:type="dcterms:W3CDTF">2026-06-06T18:02:31Z</dcterms:modified>
</cp:coreProperties>
</file>